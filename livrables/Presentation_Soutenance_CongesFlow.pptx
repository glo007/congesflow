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CongésFlow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de gestion des demandes de congés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840480"/>
            <a:ext cx="292608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— Titre Professionnel CDA (RNCP niveau 6)
</a:t>
            </a:r>
            <a:pPr indent="0" marL="0">
              <a:buNone/>
            </a:pPr>
            <a:r>
              <a:rPr lang="en-US" sz="14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Développeur d'Applications · ESTIAM · 2025-2026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BOUNGOU MBIMI Gloire Bryan  ·  Encadrant : M'hand BOUFALA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Déroulé de la présentation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existantes &amp; positionnement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fonctionnel &amp; rôles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4688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0372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0372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de l'application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09360" y="42976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0372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qualité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3444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3 blocs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09360" y="52120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perspectives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processus RH encore trop manuel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beaucoup de PME, les congés se gèrent par e-mail et tableurs :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Erreurs de calcul des soldes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Demandes perdues ou non tracées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managériale informelle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Aucune sécurité sur les données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Problématique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246888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fiabiliser et fluidifier la gestion des demandes de congés au sein d'une PME, tout en garantissant la sécurité des données et le respect des rôles de l'organisation 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ÉTAT DE L'ART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existantes &amp; positionnement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SIRH du marché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Tableur Excel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869680" y="1645920"/>
            <a:ext cx="2679192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645920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CongésFlow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pour une PME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2359152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2359152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Auto-hébergé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/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869680" y="3072384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0" y="3072384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soldes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264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869680" y="3785616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0" y="3785616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validation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Intégré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264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e-mail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869680" y="4498848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0" y="4498848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Tracé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Positionnement : un outil léger, ciblé, sécurisé et déployable en interne pour la PME.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PÉRIMÈTRE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 (MoSCoW) &amp; rôles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5836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fonctionnel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6035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JWT · poser une demande · calcul jours ouvrés · contrôle du solde · validation manager · pilotage RH des soldes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d'équipe · tableau de bord · détection des chevauchements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e-mail · jours fériés · export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 · multi-entreprise · mobile natif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9808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 (RBAC)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0" y="2240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0" y="2587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pose, consulte, annule ses demandes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0" y="3383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3730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/ refuse son équipe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0" y="4526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/ Admin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0" y="4873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soldes &amp; supervise tout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multicouche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171907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37360" y="21031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· Tailwind · React Query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2487168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63040" y="2670048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274320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— FastAPI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31272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· RBAC · validation Pydantic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511296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463040" y="3694176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3A89E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376732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(Python)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415137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ouvrés · soldes · machine à états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4535424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463040" y="4718304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A6E63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479145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SQLAlchemy → PostgreSQL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517550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· contraintes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21040" y="1645920"/>
            <a:ext cx="3200400" cy="4114800"/>
          </a:xfrm>
          <a:prstGeom prst="roundRect">
            <a:avLst>
              <a:gd name="adj" fmla="val 228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03920" y="18288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&amp; qualité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03920" y="2286000"/>
            <a:ext cx="2834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Docker + docker-compose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 GitHub Actions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(main / develop / feature)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pytest + Vitest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Documentation OpenAPI auto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: 10 diagrammes UML / Merise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5" name="Image 0" descr="/Users/boungoumbimigloirebryan/Desktop/ProjetCda/docs/diagrammes/images/01-contex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97702"/>
            <a:ext cx="1837944" cy="916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852928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8" name="Image 1" descr="/Users/boungoumbimigloirebryan/Desktop/ProjetCda/docs/diagrammes/images/02-cas-utilis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405" y="1847088"/>
            <a:ext cx="1654445" cy="1417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98648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d'utilisation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065776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1" name="Image 2" descr="/Users/boungoumbimigloirebryan/Desktop/ProjetCda/docs/diagrammes/images/03-activite-deman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404" y="1847088"/>
            <a:ext cx="1100144" cy="1417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11496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7278624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4" name="Image 3" descr="/Users/boungoumbimigloirebryan/Desktop/ProjetCda/docs/diagrammes/images/04-sequence-cre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2" y="1912540"/>
            <a:ext cx="1837944" cy="12864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324344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9491472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7" name="Image 4" descr="/Users/boungoumbimigloirebryan/Desktop/ProjetCda/docs/diagrammes/images/05-etat-deman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5656" y="1847088"/>
            <a:ext cx="1729033" cy="1417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537192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État-transition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40080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0" name="Image 5" descr="/Users/boungoumbimigloirebryan/Desktop/ProjetCda/docs/diagrammes/images/06-class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387" y="4041648"/>
            <a:ext cx="1138786" cy="14173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85800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2852928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3" name="Image 6" descr="/Users/boungoumbimigloirebryan/Desktop/ProjetCda/docs/diagrammes/images/07-mc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9358" y="4041648"/>
            <a:ext cx="944540" cy="1417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2898648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/ Merise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5065776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6" name="Image 7" descr="/Users/boungoumbimigloirebryan/Desktop/ProjetCda/docs/diagrammes/images/08-objet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5889" y="4041648"/>
            <a:ext cx="1657174" cy="14173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11496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7278624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9" name="Image 8" descr="/Users/boungoumbimigloirebryan/Desktop/ProjetCda/docs/diagrammes/images/09-composant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6348" y="4041648"/>
            <a:ext cx="1601952" cy="141732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7324344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endParaRPr lang="en-US" sz="1100" dirty="0"/>
          </a:p>
        </p:txBody>
      </p:sp>
      <p:sp>
        <p:nvSpPr>
          <p:cNvPr id="31" name="Shape 20"/>
          <p:cNvSpPr/>
          <p:nvPr/>
        </p:nvSpPr>
        <p:spPr>
          <a:xfrm>
            <a:off x="9491472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32" name="Image 9" descr="/Users/boungoumbimigloirebryan/Desktop/ProjetCda/docs/diagrammes/images/10-deploiem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2638" y="4041648"/>
            <a:ext cx="535069" cy="141732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537192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Mermaid / PlantUML versionnées dans le dépôt (docs/diagrammes/). Diagrammes en grand sur les slides suivantes.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cas d'utilisation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2-cas-utili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5454" y="1463040"/>
            <a:ext cx="587061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conceptuel de données (MCD)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7-m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4964" y="1463040"/>
            <a:ext cx="3351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classes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6-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0334" y="1463040"/>
            <a:ext cx="404085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 de vie d'une demande (état-transition)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5-etat-deman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3121" y="1463040"/>
            <a:ext cx="613527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déploiement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10-deploi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1444" y="1463040"/>
            <a:ext cx="18986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CŒUR MÉTIER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Règles métier &amp; machine à états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à états d'une demande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22860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3A89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SOUMISE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127248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E7E4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968496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968496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REFUSÉE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4809744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5B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80974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ANNULÉE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331720"/>
            <a:ext cx="2468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valide / −solde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refuse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annule / +solde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15544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Logique testable &amp; isolée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28600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compter_jours_ouvres()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exclut samedis et dimanches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solde_suffisant()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refuse si dépassement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transition_possible()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bloque les transitions incohérentes
</a:t>
            </a:r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pures → couvertes par des tests unitaires.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SÉCURITÉ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sécurisée (Bloc 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par jeton signé, serveur sans état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hachés, jamais stockés en clair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rôles, autorisations vérifiées côté serveur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→ anti-injection SQL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5448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 restreintes au front autorisé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9224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3232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 Pydantic sur toutes les entrées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en ligne — congesflow-web.onrender.com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5" name="Image 0" descr="/Users/boungoumbimigloirebryan/Desktop/ProjetCda/docs/screenshots/fig13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7672" y="1664208"/>
            <a:ext cx="2779776" cy="1737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383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1554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8" name="Image 1" descr="/Users/boungoumbimigloirebryan/Desktop/ProjetCda/docs/screenshots/fig14-mes-demand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673" y="1664208"/>
            <a:ext cx="2426575" cy="1737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26480" y="3383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salarié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3840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1" name="Image 2" descr="/Users/boungoumbimigloirebryan/Desktop/ProjetCda/docs/screenshots/fig15-valid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3950208"/>
            <a:ext cx="2779776" cy="17373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5669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manager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26480" y="3840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4" name="Image 3" descr="/Users/boungoumbimigloirebryan/Desktop/ProjetCda/docs/screenshots/fig16-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072" y="3950208"/>
            <a:ext cx="2779776" cy="17373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26480" y="5669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&amp; industrialisation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 vert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340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4340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réussite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testées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 de test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34340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(jours ouvrés, soldes, machine à états) — pytest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API complets : login, création, RBAC, transitions interdites — httpx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d'affichage — Vitest    ·    CI GitHub Actions à chaque push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RÉFÉRENTIEL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Couverture des 3 blocs de compétences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sécurisé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React/TS · maquettes Figma · routes par rôle · consommation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2628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sécurisé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· PostgreSQL · JWT/RBAC · bcrypt · OWASP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3A89E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organisation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· agile/MoSCoW · tests · Docker · CI/CD · Git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perspectives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full-stack fonctionnelle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Sécurité conforme aux standards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Démarche de conception complète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Chaîne DevOps en place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 de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 non faites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à un seul niveau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75320" y="22402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Calendrier d'équipe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comptable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mobile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8680" y="3566160"/>
            <a:ext cx="274320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à vos questions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: congesflow-web.onrender.com   ·   Code : github.com/glo007/congesflow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2026-06-14T16:32:47Z</dcterms:created>
  <dcterms:modified xsi:type="dcterms:W3CDTF">2026-06-14T16:32:47Z</dcterms:modified>
</cp:coreProperties>
</file>